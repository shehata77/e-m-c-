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4247B7-01C1-6A36-C993-B9E5769BCB08}" name="Hussein" initials="H" userId="S::Hussein30604@compit.aun.edu.eg::41b7842b-e986-4038-9b15-893b78995b6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4E9DDB-717F-4F01-BB55-A086F2B61784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7F8C1-1187-4162-A6B9-23144E579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1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E04BA-2132-5F2D-071D-23B23C093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1742C-C972-F183-8C15-D6C739602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3AD9F-7E7B-A10A-DB14-0244B16FB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39254-8513-4529-9815-EF959A3F694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70D49-425C-135A-F573-5D9966109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8FD05-BF9D-36DF-0513-3E31BAEF3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6DFD-BB53-4EF9-AAF0-DA2626E92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472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0029-4111-9525-52A3-C98EC1C88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91BAA-748F-F37A-FF01-75DC5A6D3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0DD9B-7548-1304-ED7E-EFDF34D4C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39254-8513-4529-9815-EF959A3F694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884D1-15DD-EF9C-BEC3-634CC7318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5035F-0929-8928-B5C1-AF7E4B99C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6DFD-BB53-4EF9-AAF0-DA2626E92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519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55B76-FBE0-8336-7D46-756093C81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C7ECF-F19A-6E54-48ED-00680A5D8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255F1-BD52-ACC9-2D2A-DB2D3D9DD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39254-8513-4529-9815-EF959A3F694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DD285-44C1-9249-C74E-7DD96AEC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61279-3356-6A7F-48C2-AB2CE9501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6DFD-BB53-4EF9-AAF0-DA2626E92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2496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AAFF9-B31D-B493-C045-EFA56D26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9C7A9-50BF-F4FC-A336-E6B04FE5B0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62102-E898-598E-CA41-FE64C95ED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EB9A0-B788-9676-18AD-D02D5F2F5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39254-8513-4529-9815-EF959A3F694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5A422-3EC6-C78A-4B45-227FC2528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DE30C-36E2-5FD3-C171-68818438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6DFD-BB53-4EF9-AAF0-DA2626E92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31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37071-F80C-05FB-D9C7-5594259B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426DB-25AC-4F27-A81E-CC7AA47FC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8E492-4842-1787-EA36-BE94BF89D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41D239-DDDC-AD86-C326-0E786C886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27DBC0-FE7C-0813-0D47-E00401CEF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F6BD91-3E8E-95D5-B11D-5BCF949A2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39254-8513-4529-9815-EF959A3F694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4E87BB-6093-080A-B2CD-57F61E572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B2CE8A-AB1F-2C51-7F62-B523D9707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6DFD-BB53-4EF9-AAF0-DA2626E92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73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F9DCE-87FE-A836-091E-9826E4F13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18A48D-77A1-7AA4-74A2-B2CF2D9E8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39254-8513-4529-9815-EF959A3F694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04B07A-9840-A420-DE93-0AC5B100C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37E856-355C-E8FC-E83C-9A11186E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6DFD-BB53-4EF9-AAF0-DA2626E92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36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17F41F-DB6A-5286-5B45-D9C106AE3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39254-8513-4529-9815-EF959A3F694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0ACEF0-69F5-774A-D0B9-6DE0AE563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A03DE-42F4-DA14-C9F3-C622C5612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6DFD-BB53-4EF9-AAF0-DA2626E92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5503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65344-E14F-E52A-5317-1C01B8E9A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80E1D-56CF-800E-0AE8-B7C6F2317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4C7BB-C85D-3DC1-4102-4D94C865E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C327D-1B79-E165-ED78-EA8D25A5F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39254-8513-4529-9815-EF959A3F694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DDF4C-3376-78AE-8049-D90507B9A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8EFB2-D524-D44A-8FF1-EE4F90AB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6DFD-BB53-4EF9-AAF0-DA2626E92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83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2A8A-07E8-3585-D025-C38F1D0C0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267010-1C83-453B-B1A9-BE1261C83C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DE2F0-A322-D928-B3BD-50FD7784F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F1875-93DE-1E5C-7BEC-F2DB475C8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39254-8513-4529-9815-EF959A3F694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6292D-7E1D-B162-177C-1066365C9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13FAF-0787-8BA6-69B9-A9F9E3C5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6DFD-BB53-4EF9-AAF0-DA2626E92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724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F490-F93B-9323-B98C-5915496F1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E4BDB-BF2C-9D37-4E6E-E7624AEB0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DBE68-3EDE-F5F4-8C78-2EBD10BB2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39254-8513-4529-9815-EF959A3F694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20479-4407-F791-CCC8-5816F73E9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873B3-2A3E-6ED5-A0BE-B2397FCB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6DFD-BB53-4EF9-AAF0-DA2626E92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54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CCEC8B-9122-9B23-85E3-5F9AB4B70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F10D19-5B08-815F-39F1-BCF9CF8DB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C95FE-294E-CFC9-DD42-242600058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39254-8513-4529-9815-EF959A3F694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8F0DF-B5A1-06B6-4CBB-FD03C8B6E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F821A-8966-9815-F7B5-0527D6121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6DFD-BB53-4EF9-AAF0-DA2626E92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198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4B373-35EE-CAD8-F2D1-ABC2D6C06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94FB7-76B4-BDCB-959A-C5C8ED7A2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BA89D-9D4B-72E6-D15D-BF11A5E608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039254-8513-4529-9815-EF959A3F694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C5F7D-D28A-CA79-0F68-8867DA4C9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6CB04-253D-3538-46F6-EFB5387EB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F96DFD-BB53-4EF9-AAF0-DA2626E92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755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916EB7-37D3-FE9F-BCE7-D64230EBAC18}"/>
              </a:ext>
            </a:extLst>
          </p:cNvPr>
          <p:cNvSpPr txBox="1"/>
          <p:nvPr/>
        </p:nvSpPr>
        <p:spPr>
          <a:xfrm>
            <a:off x="-58993" y="0"/>
            <a:ext cx="12123174" cy="6858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57793C-8CC8-6575-41BE-9CC55F56FAE9}"/>
              </a:ext>
            </a:extLst>
          </p:cNvPr>
          <p:cNvSpPr txBox="1"/>
          <p:nvPr/>
        </p:nvSpPr>
        <p:spPr>
          <a:xfrm>
            <a:off x="235974" y="186813"/>
            <a:ext cx="3834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95F45D3-A538-4988-223A-BFB2C141A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23560"/>
              </p:ext>
            </p:extLst>
          </p:nvPr>
        </p:nvGraphicFramePr>
        <p:xfrm>
          <a:off x="235974" y="135448"/>
          <a:ext cx="10353040" cy="6681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705">
                  <a:extLst>
                    <a:ext uri="{9D8B030D-6E8A-4147-A177-3AD203B41FA5}">
                      <a16:colId xmlns:a16="http://schemas.microsoft.com/office/drawing/2014/main" val="1550200624"/>
                    </a:ext>
                  </a:extLst>
                </a:gridCol>
                <a:gridCol w="3164218">
                  <a:extLst>
                    <a:ext uri="{9D8B030D-6E8A-4147-A177-3AD203B41FA5}">
                      <a16:colId xmlns:a16="http://schemas.microsoft.com/office/drawing/2014/main" val="883253877"/>
                    </a:ext>
                  </a:extLst>
                </a:gridCol>
                <a:gridCol w="2777477">
                  <a:extLst>
                    <a:ext uri="{9D8B030D-6E8A-4147-A177-3AD203B41FA5}">
                      <a16:colId xmlns:a16="http://schemas.microsoft.com/office/drawing/2014/main" val="4088243887"/>
                    </a:ext>
                  </a:extLst>
                </a:gridCol>
                <a:gridCol w="2580640">
                  <a:extLst>
                    <a:ext uri="{9D8B030D-6E8A-4147-A177-3AD203B41FA5}">
                      <a16:colId xmlns:a16="http://schemas.microsoft.com/office/drawing/2014/main" val="1306447158"/>
                    </a:ext>
                  </a:extLst>
                </a:gridCol>
              </a:tblGrid>
              <a:tr h="915532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 err="1"/>
                        <a:t>Preeceding</a:t>
                      </a:r>
                      <a:r>
                        <a:rPr lang="en-GB" sz="3600" dirty="0"/>
                        <a:t>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Activity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412038"/>
                  </a:ext>
                </a:extLst>
              </a:tr>
              <a:tr h="915532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150132"/>
                  </a:ext>
                </a:extLst>
              </a:tr>
              <a:tr h="915532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600" dirty="0"/>
                        <a:t>UI/UX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21109"/>
                  </a:ext>
                </a:extLst>
              </a:tr>
              <a:tr h="915532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574237"/>
                  </a:ext>
                </a:extLst>
              </a:tr>
              <a:tr h="915532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600" dirty="0"/>
                        <a:t>Back-End</a:t>
                      </a:r>
                      <a:r>
                        <a:rPr lang="en-GB" sz="1800" dirty="0"/>
                        <a:t> </a:t>
                      </a:r>
                      <a:r>
                        <a:rPr lang="en-GB" sz="3600" dirty="0"/>
                        <a:t>Dev</a:t>
                      </a:r>
                      <a:endParaRPr lang="en-GB" sz="1800" dirty="0"/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158385"/>
                  </a:ext>
                </a:extLst>
              </a:tr>
              <a:tr h="915532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Front-End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C,D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8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258690"/>
                  </a:ext>
                </a:extLst>
              </a:tr>
              <a:tr h="915532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717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958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A8CDF-F3B3-B83F-312A-8766CBE64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NETWORK TIME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CFF2A18-F51A-63C3-B5AA-6358FA78B3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1157493"/>
              </p:ext>
            </p:extLst>
          </p:nvPr>
        </p:nvGraphicFramePr>
        <p:xfrm>
          <a:off x="-704892" y="3316743"/>
          <a:ext cx="240284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947">
                  <a:extLst>
                    <a:ext uri="{9D8B030D-6E8A-4147-A177-3AD203B41FA5}">
                      <a16:colId xmlns:a16="http://schemas.microsoft.com/office/drawing/2014/main" val="1203178365"/>
                    </a:ext>
                  </a:extLst>
                </a:gridCol>
                <a:gridCol w="800947">
                  <a:extLst>
                    <a:ext uri="{9D8B030D-6E8A-4147-A177-3AD203B41FA5}">
                      <a16:colId xmlns:a16="http://schemas.microsoft.com/office/drawing/2014/main" val="3458249114"/>
                    </a:ext>
                  </a:extLst>
                </a:gridCol>
                <a:gridCol w="800947">
                  <a:extLst>
                    <a:ext uri="{9D8B030D-6E8A-4147-A177-3AD203B41FA5}">
                      <a16:colId xmlns:a16="http://schemas.microsoft.com/office/drawing/2014/main" val="3303376285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755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PM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651356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68542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E1C3BB-05D3-3B1D-091E-E0912A121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592771"/>
              </p:ext>
            </p:extLst>
          </p:nvPr>
        </p:nvGraphicFramePr>
        <p:xfrm>
          <a:off x="4064328" y="4459236"/>
          <a:ext cx="240284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947">
                  <a:extLst>
                    <a:ext uri="{9D8B030D-6E8A-4147-A177-3AD203B41FA5}">
                      <a16:colId xmlns:a16="http://schemas.microsoft.com/office/drawing/2014/main" val="4086308637"/>
                    </a:ext>
                  </a:extLst>
                </a:gridCol>
                <a:gridCol w="800947">
                  <a:extLst>
                    <a:ext uri="{9D8B030D-6E8A-4147-A177-3AD203B41FA5}">
                      <a16:colId xmlns:a16="http://schemas.microsoft.com/office/drawing/2014/main" val="1001569947"/>
                    </a:ext>
                  </a:extLst>
                </a:gridCol>
                <a:gridCol w="800947">
                  <a:extLst>
                    <a:ext uri="{9D8B030D-6E8A-4147-A177-3AD203B41FA5}">
                      <a16:colId xmlns:a16="http://schemas.microsoft.com/office/drawing/2014/main" val="2330131339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72455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7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UI/UX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25473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53156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E0A8DE-F4AC-740F-16E5-4E2BA4E9F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097240"/>
              </p:ext>
            </p:extLst>
          </p:nvPr>
        </p:nvGraphicFramePr>
        <p:xfrm>
          <a:off x="2460523" y="1512734"/>
          <a:ext cx="240284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947">
                  <a:extLst>
                    <a:ext uri="{9D8B030D-6E8A-4147-A177-3AD203B41FA5}">
                      <a16:colId xmlns:a16="http://schemas.microsoft.com/office/drawing/2014/main" val="3641263310"/>
                    </a:ext>
                  </a:extLst>
                </a:gridCol>
                <a:gridCol w="800947">
                  <a:extLst>
                    <a:ext uri="{9D8B030D-6E8A-4147-A177-3AD203B41FA5}">
                      <a16:colId xmlns:a16="http://schemas.microsoft.com/office/drawing/2014/main" val="932945562"/>
                    </a:ext>
                  </a:extLst>
                </a:gridCol>
                <a:gridCol w="800947">
                  <a:extLst>
                    <a:ext uri="{9D8B030D-6E8A-4147-A177-3AD203B41FA5}">
                      <a16:colId xmlns:a16="http://schemas.microsoft.com/office/drawing/2014/main" val="872128571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36743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DB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53936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28332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206A4A5-8C89-C207-519C-86C437675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971364"/>
              </p:ext>
            </p:extLst>
          </p:nvPr>
        </p:nvGraphicFramePr>
        <p:xfrm>
          <a:off x="5164393" y="1512734"/>
          <a:ext cx="240284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947">
                  <a:extLst>
                    <a:ext uri="{9D8B030D-6E8A-4147-A177-3AD203B41FA5}">
                      <a16:colId xmlns:a16="http://schemas.microsoft.com/office/drawing/2014/main" val="3641263310"/>
                    </a:ext>
                  </a:extLst>
                </a:gridCol>
                <a:gridCol w="800947">
                  <a:extLst>
                    <a:ext uri="{9D8B030D-6E8A-4147-A177-3AD203B41FA5}">
                      <a16:colId xmlns:a16="http://schemas.microsoft.com/office/drawing/2014/main" val="932945562"/>
                    </a:ext>
                  </a:extLst>
                </a:gridCol>
                <a:gridCol w="800947">
                  <a:extLst>
                    <a:ext uri="{9D8B030D-6E8A-4147-A177-3AD203B41FA5}">
                      <a16:colId xmlns:a16="http://schemas.microsoft.com/office/drawing/2014/main" val="872128571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36743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Back-End</a:t>
                      </a:r>
                      <a:r>
                        <a:rPr lang="en-GB" sz="1200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53936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28332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9D1465E-19F2-3405-4C0F-A4391B1CD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479132"/>
              </p:ext>
            </p:extLst>
          </p:nvPr>
        </p:nvGraphicFramePr>
        <p:xfrm>
          <a:off x="8091210" y="3087636"/>
          <a:ext cx="240284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947">
                  <a:extLst>
                    <a:ext uri="{9D8B030D-6E8A-4147-A177-3AD203B41FA5}">
                      <a16:colId xmlns:a16="http://schemas.microsoft.com/office/drawing/2014/main" val="3641263310"/>
                    </a:ext>
                  </a:extLst>
                </a:gridCol>
                <a:gridCol w="800947">
                  <a:extLst>
                    <a:ext uri="{9D8B030D-6E8A-4147-A177-3AD203B41FA5}">
                      <a16:colId xmlns:a16="http://schemas.microsoft.com/office/drawing/2014/main" val="932945562"/>
                    </a:ext>
                  </a:extLst>
                </a:gridCol>
                <a:gridCol w="800947">
                  <a:extLst>
                    <a:ext uri="{9D8B030D-6E8A-4147-A177-3AD203B41FA5}">
                      <a16:colId xmlns:a16="http://schemas.microsoft.com/office/drawing/2014/main" val="872128571"/>
                    </a:ext>
                  </a:extLst>
                </a:gridCol>
              </a:tblGrid>
              <a:tr h="41061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36743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Front-End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53936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283321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4DE6F2B-C48E-B7DA-691C-1C7C81CD2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267390"/>
              </p:ext>
            </p:extLst>
          </p:nvPr>
        </p:nvGraphicFramePr>
        <p:xfrm>
          <a:off x="10916264" y="3087636"/>
          <a:ext cx="240284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947">
                  <a:extLst>
                    <a:ext uri="{9D8B030D-6E8A-4147-A177-3AD203B41FA5}">
                      <a16:colId xmlns:a16="http://schemas.microsoft.com/office/drawing/2014/main" val="3641263310"/>
                    </a:ext>
                  </a:extLst>
                </a:gridCol>
                <a:gridCol w="800947">
                  <a:extLst>
                    <a:ext uri="{9D8B030D-6E8A-4147-A177-3AD203B41FA5}">
                      <a16:colId xmlns:a16="http://schemas.microsoft.com/office/drawing/2014/main" val="932945562"/>
                    </a:ext>
                  </a:extLst>
                </a:gridCol>
                <a:gridCol w="800947">
                  <a:extLst>
                    <a:ext uri="{9D8B030D-6E8A-4147-A177-3AD203B41FA5}">
                      <a16:colId xmlns:a16="http://schemas.microsoft.com/office/drawing/2014/main" val="872128571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36743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CS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53936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283321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9BBA98-42E5-82DB-8D4D-F7F9D8E3E865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 flipV="1">
            <a:off x="1697949" y="2198534"/>
            <a:ext cx="762574" cy="1804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E3C5069-6689-EE1A-C9DD-C1D06562BEF1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>
            <a:off x="1697949" y="4002543"/>
            <a:ext cx="2366379" cy="11424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24F5270-74F1-39F3-F65B-982DF06C08EB}"/>
              </a:ext>
            </a:extLst>
          </p:cNvPr>
          <p:cNvCxnSpPr>
            <a:endCxn id="7" idx="1"/>
          </p:cNvCxnSpPr>
          <p:nvPr/>
        </p:nvCxnSpPr>
        <p:spPr>
          <a:xfrm>
            <a:off x="4863364" y="2198534"/>
            <a:ext cx="3010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6701E7F-A852-08DB-7EB1-A55359CBF378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 flipV="1">
            <a:off x="6467169" y="3773436"/>
            <a:ext cx="1624041" cy="1371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6D85C0E-20F5-C557-23E0-3F3F286D67F1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>
            <a:off x="7567234" y="2198534"/>
            <a:ext cx="523976" cy="1574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156D37A-C5D3-B7B5-1D19-5CC06AFDDB8C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10494051" y="3773436"/>
            <a:ext cx="4222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044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88</Words>
  <Application>Microsoft Office PowerPoint</Application>
  <PresentationFormat>Widescreen</PresentationFormat>
  <Paragraphs>77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NETWORK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Hussein</dc:creator>
  <cp:lastModifiedBy>Hussein</cp:lastModifiedBy>
  <cp:revision>3</cp:revision>
  <dcterms:created xsi:type="dcterms:W3CDTF">2025-12-02T22:21:20Z</dcterms:created>
  <dcterms:modified xsi:type="dcterms:W3CDTF">2025-12-03T09:53:18Z</dcterms:modified>
</cp:coreProperties>
</file>